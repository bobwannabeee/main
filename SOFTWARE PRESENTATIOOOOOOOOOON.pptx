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04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45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8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4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30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7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6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6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56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83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10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6/30/2026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A picture containing sitting&#10;&#10;Description automatically generated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66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22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9.m4a"/><Relationship Id="rId7" Type="http://schemas.openxmlformats.org/officeDocument/2006/relationships/image" Target="../media/image5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9.m4a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4BE9851-D55C-37B3-AB74-CAF09E50C08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rcRect t="42867" r="-1" b="879"/>
          <a:stretch>
            <a:fillRect/>
          </a:stretch>
        </p:blipFill>
        <p:spPr>
          <a:xfrm>
            <a:off x="3048" y="10"/>
            <a:ext cx="12188952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738F3D-3CD4-FE9D-CED7-6B2F17267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r>
              <a:rPr lang="en-AU" sz="5200">
                <a:solidFill>
                  <a:srgbClr val="FFFFFF"/>
                </a:solidFill>
              </a:rPr>
              <a:t>SOFTWARE PRESENTATIOOOOOOOOOON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44DF5-ED64-C1A3-05E7-3BF876EED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708" y="4069780"/>
            <a:ext cx="9781327" cy="2056617"/>
          </a:xfrm>
        </p:spPr>
        <p:txBody>
          <a:bodyPr anchor="t">
            <a:normAutofit/>
          </a:bodyPr>
          <a:lstStyle/>
          <a:p>
            <a:r>
              <a:rPr lang="en-AU" sz="2200" dirty="0">
                <a:solidFill>
                  <a:srgbClr val="FFFFFF"/>
                </a:solidFill>
              </a:rPr>
              <a:t>By Ari</a:t>
            </a:r>
          </a:p>
        </p:txBody>
      </p:sp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8EFBF544-39D6-82E1-9023-DB99D81088A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484193" y="100403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3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8FC874-5EDB-A92E-B9A5-A2043C72E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alphaModFix/>
          </a:blip>
          <a:srcRect l="9994" r="9989" b="-1"/>
          <a:stretch>
            <a:fillRect/>
          </a:stretch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BF70A5-00A0-FB04-9791-25731787636B}"/>
              </a:ext>
            </a:extLst>
          </p:cNvPr>
          <p:cNvSpPr txBox="1"/>
          <p:nvPr/>
        </p:nvSpPr>
        <p:spPr>
          <a:xfrm>
            <a:off x="4734448" y="102936"/>
            <a:ext cx="272310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400" dirty="0"/>
              <a:t>Sign in page</a:t>
            </a:r>
          </a:p>
        </p:txBody>
      </p:sp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78C99CB-1660-DD62-2F8B-3A31C26A9A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468931" y="116480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3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76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D5E97A-D21B-4AA4-83CF-DA3A380E3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7724071" cy="6858000"/>
            <a:chOff x="4464881" y="0"/>
            <a:chExt cx="7724071" cy="68580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AF5706D-4464-450F-93F4-853EDF68C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E0FB244-C158-43A9-AD7A-05DC5BBF6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9266B4-A9B9-0181-01A7-2F8F72AB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3784042" cy="2461008"/>
          </a:xfrm>
        </p:spPr>
        <p:txBody>
          <a:bodyPr>
            <a:normAutofit/>
          </a:bodyPr>
          <a:lstStyle/>
          <a:p>
            <a:r>
              <a:rPr lang="en-AU" dirty="0"/>
              <a:t>Sign Up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E8D3E-0A9E-0D71-FF3C-CEA7456C4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124200"/>
            <a:ext cx="3452446" cy="3156166"/>
          </a:xfrm>
        </p:spPr>
        <p:txBody>
          <a:bodyPr anchor="ctr">
            <a:normAutofit/>
          </a:bodyPr>
          <a:lstStyle/>
          <a:p>
            <a:endParaRPr lang="en-AU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79C729-D96A-670F-3223-24694B12BB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702" r="1" b="1"/>
          <a:stretch>
            <a:fillRect/>
          </a:stretch>
        </p:blipFill>
        <p:spPr>
          <a:xfrm>
            <a:off x="5193477" y="1"/>
            <a:ext cx="6998523" cy="6858000"/>
          </a:xfrm>
          <a:prstGeom prst="rect">
            <a:avLst/>
          </a:prstGeom>
        </p:spPr>
      </p:pic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46417E7F-D1E4-B99E-9AB9-8FB66B28EE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430250" y="316571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4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57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DD40A3-B4FA-505E-5529-A3CDB9E92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alphaModFix/>
          </a:blip>
          <a:srcRect l="16780" r="2760"/>
          <a:stretch>
            <a:fillRect/>
          </a:stretch>
        </p:blipFill>
        <p:spPr>
          <a:xfrm>
            <a:off x="20" y="10"/>
            <a:ext cx="12191980" cy="68566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F1C429-0BAE-5BB0-F1FE-29F5292F3126}"/>
              </a:ext>
            </a:extLst>
          </p:cNvPr>
          <p:cNvSpPr txBox="1"/>
          <p:nvPr/>
        </p:nvSpPr>
        <p:spPr>
          <a:xfrm>
            <a:off x="8502762" y="1818752"/>
            <a:ext cx="185894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400" dirty="0">
                <a:highlight>
                  <a:srgbClr val="FFFF00"/>
                </a:highlight>
              </a:rPr>
              <a:t>Home page</a:t>
            </a:r>
          </a:p>
        </p:txBody>
      </p:sp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FB5B546-BF1E-C548-F0E8-B30F810C1E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77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7CC9ED-57A2-429E-8FD9-D55F47275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EF0E40-AEB8-4DF7-A67A-7317B3BF9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8138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123C1-C28B-BC39-CB71-C51C5CE4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2308608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Horse racing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B732C-787A-F586-DCE5-C99961347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4952681" cy="3460964"/>
          </a:xfrm>
        </p:spPr>
        <p:txBody>
          <a:bodyPr anchor="ctr">
            <a:normAutofit/>
          </a:bodyPr>
          <a:lstStyle/>
          <a:p>
            <a:endParaRPr lang="en-AU" sz="1800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9BAE37-B96C-4F71-BC0F-C5F3C7DFD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6955029" y="1"/>
            <a:ext cx="5236971" cy="6858000"/>
            <a:chOff x="20829" y="1"/>
            <a:chExt cx="5236971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586E638-2324-405E-9DF6-E3DDA81B8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29" y="692703"/>
              <a:ext cx="5236971" cy="616529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954E671-967A-4B9A-8F60-B0834D07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5400000">
              <a:off x="393956" y="-373126"/>
              <a:ext cx="4197222" cy="494347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A8BC9F9-5E4C-C227-1097-CCE0A6696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59" y="-1"/>
            <a:ext cx="5719593" cy="6857999"/>
          </a:xfrm>
          <a:prstGeom prst="rect">
            <a:avLst/>
          </a:prstGeom>
        </p:spPr>
      </p:pic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7857E8C-85F2-5740-FD66-AD05371178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5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15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7CC9ED-57A2-429E-8FD9-D55F47275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EF0E40-AEB8-4DF7-A67A-7317B3BF9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8138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0905F-F225-EC44-F835-02BA1DD7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2308608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Keno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16764-3073-53E1-B421-AA12D2556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4952681" cy="3460964"/>
          </a:xfrm>
        </p:spPr>
        <p:txBody>
          <a:bodyPr anchor="ctr">
            <a:normAutofit/>
          </a:bodyPr>
          <a:lstStyle/>
          <a:p>
            <a:endParaRPr lang="en-AU" sz="1800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9BAE37-B96C-4F71-BC0F-C5F3C7DFD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6955029" y="1"/>
            <a:ext cx="5236971" cy="6858000"/>
            <a:chOff x="20829" y="1"/>
            <a:chExt cx="5236971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586E638-2324-405E-9DF6-E3DDA81B8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29" y="692703"/>
              <a:ext cx="5236971" cy="616529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954E671-967A-4B9A-8F60-B0834D07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5400000">
              <a:off x="393956" y="-373126"/>
              <a:ext cx="4197222" cy="494347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7E73E3F-8F4F-AAA9-150C-437B8B64F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89" y="80387"/>
            <a:ext cx="6007563" cy="6763387"/>
          </a:xfrm>
          <a:prstGeom prst="rect">
            <a:avLst/>
          </a:prstGeom>
        </p:spPr>
      </p:pic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CAE11C1-5309-9F52-BE43-30869BB513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2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6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7CC9ED-57A2-429E-8FD9-D55F47275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EF0E40-AEB8-4DF7-A67A-7317B3BF9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8138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79F02-EC72-AF30-0FF2-5E816621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2308608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0C87B-1794-C150-5274-4FE6A1B2F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4952681" cy="3460964"/>
          </a:xfrm>
        </p:spPr>
        <p:txBody>
          <a:bodyPr anchor="ctr">
            <a:normAutofit/>
          </a:bodyPr>
          <a:lstStyle/>
          <a:p>
            <a:endParaRPr lang="en-AU" sz="1800">
              <a:solidFill>
                <a:srgbClr val="FFFFFF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9BAE37-B96C-4F71-BC0F-C5F3C7DFD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6955029" y="1"/>
            <a:ext cx="5236971" cy="6858000"/>
            <a:chOff x="20829" y="1"/>
            <a:chExt cx="5236971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586E638-2324-405E-9DF6-E3DDA81B8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29" y="692703"/>
              <a:ext cx="5236971" cy="616529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954E671-967A-4B9A-8F60-B0834D07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54" b="19117"/>
            <a:stretch/>
          </p:blipFill>
          <p:spPr>
            <a:xfrm rot="5400000">
              <a:off x="393956" y="-373126"/>
              <a:ext cx="4197222" cy="4943475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565F9E2-F9D7-1420-AF82-875760443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88" y="-1496"/>
            <a:ext cx="6007563" cy="6859496"/>
          </a:xfrm>
          <a:prstGeom prst="rect">
            <a:avLst/>
          </a:prstGeom>
        </p:spPr>
      </p:pic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3EA5143-DA3E-D454-CAE1-0136C2FC9B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9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05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526B7A-4801-4FD1-95C8-03AF22629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7CE7A7-0AFD-439B-9765-E708254D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9CFBC2-8561-4BBF-BDDE-CF7908C9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AAC8F43-3BD7-44FC-843A-972922AF2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4881" y="0"/>
            <a:ext cx="7724071" cy="6858000"/>
            <a:chOff x="4464881" y="0"/>
            <a:chExt cx="7724071" cy="68580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DE643C6-923A-4762-9462-D589A0AED5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7">
              <a:alphaModFix amt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3255" y="0"/>
              <a:ext cx="5115697" cy="68580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1AB708F-73DA-4CC8-89B1-8EB70ABB3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8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5412135" y="-947254"/>
              <a:ext cx="5562598" cy="7457106"/>
            </a:xfrm>
            <a:prstGeom prst="rect">
              <a:avLst/>
            </a:prstGeom>
            <a:effectLst>
              <a:softEdge rad="0"/>
            </a:effec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5368037-C7E9-2A2A-727E-424386668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3848" y="1295400"/>
            <a:ext cx="7010400" cy="26049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Thanks for listening</a:t>
            </a:r>
          </a:p>
        </p:txBody>
      </p:sp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8F15FF59-7FF2-FDF4-B934-F7FCC4F5F8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7316464" y="1800311"/>
            <a:ext cx="487363" cy="487363"/>
          </a:xfrm>
          <a:prstGeom prst="rect">
            <a:avLst/>
          </a:prstGeom>
        </p:spPr>
      </p:pic>
      <p:pic>
        <p:nvPicPr>
          <p:cNvPr id="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9E1FF46B-8E43-71BE-F31F-A45ABA6D6DF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434624" y="6322113"/>
            <a:ext cx="487363" cy="487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F3CC90-8EA7-8DD1-6F92-93E6D3A4B0EC}"/>
              </a:ext>
            </a:extLst>
          </p:cNvPr>
          <p:cNvSpPr txBox="1"/>
          <p:nvPr/>
        </p:nvSpPr>
        <p:spPr>
          <a:xfrm>
            <a:off x="10421596" y="5619190"/>
            <a:ext cx="1808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Little bonus thanks</a:t>
            </a:r>
          </a:p>
        </p:txBody>
      </p:sp>
    </p:spTree>
    <p:extLst>
      <p:ext uri="{BB962C8B-B14F-4D97-AF65-F5344CB8AC3E}">
        <p14:creationId xmlns:p14="http://schemas.microsoft.com/office/powerpoint/2010/main" val="328185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09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107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DappledVTI">
  <a:themeElements>
    <a:clrScheme name="Custom 81">
      <a:dk1>
        <a:sysClr val="windowText" lastClr="000000"/>
      </a:dk1>
      <a:lt1>
        <a:sysClr val="window" lastClr="FFFFFF"/>
      </a:lt1>
      <a:dk2>
        <a:srgbClr val="21363B"/>
      </a:dk2>
      <a:lt2>
        <a:srgbClr val="F4F2F0"/>
      </a:lt2>
      <a:accent1>
        <a:srgbClr val="758468"/>
      </a:accent1>
      <a:accent2>
        <a:srgbClr val="B5A7AC"/>
      </a:accent2>
      <a:accent3>
        <a:srgbClr val="CC9C6F"/>
      </a:accent3>
      <a:accent4>
        <a:srgbClr val="767640"/>
      </a:accent4>
      <a:accent5>
        <a:srgbClr val="A5B295"/>
      </a:accent5>
      <a:accent6>
        <a:srgbClr val="C19DA7"/>
      </a:accent6>
      <a:hlink>
        <a:srgbClr val="D13D6E"/>
      </a:hlink>
      <a:folHlink>
        <a:srgbClr val="6C9D92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</Words>
  <Application>Microsoft Office PowerPoint</Application>
  <PresentationFormat>Widescreen</PresentationFormat>
  <Paragraphs>10</Paragraphs>
  <Slides>8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Avenir Next LT Pro</vt:lpstr>
      <vt:lpstr>AvenirNext LT Pro Medium</vt:lpstr>
      <vt:lpstr>Sabon Next LT</vt:lpstr>
      <vt:lpstr>DappledVTI</vt:lpstr>
      <vt:lpstr>SOFTWARE PRESENTATIOOOOOOOOOON</vt:lpstr>
      <vt:lpstr>PowerPoint Presentation</vt:lpstr>
      <vt:lpstr>Sign Up page</vt:lpstr>
      <vt:lpstr>PowerPoint Presentation</vt:lpstr>
      <vt:lpstr>Horse racing</vt:lpstr>
      <vt:lpstr>Keno</vt:lpstr>
      <vt:lpstr>Profile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Bowen, Ari</dc:creator>
  <cp:lastModifiedBy>Bowen, Ari</cp:lastModifiedBy>
  <cp:revision>1</cp:revision>
  <dcterms:created xsi:type="dcterms:W3CDTF">2026-06-30T06:24:56Z</dcterms:created>
  <dcterms:modified xsi:type="dcterms:W3CDTF">2026-06-30T06:51:42Z</dcterms:modified>
</cp:coreProperties>
</file>